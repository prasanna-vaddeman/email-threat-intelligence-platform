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Email Threat Intelligence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ML Email Classification System</a:t>
            </a:r>
          </a:p>
          <a:p>
            <a:r>
              <a:t>Spam Detection using NLP, XGBoost, FastAPI, Streamlit, Prometheus &amp; Grafana</a:t>
            </a:r>
          </a:p>
          <a:p/>
          <a:p>
            <a:r>
              <a:t>Prasanna Vaddeman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end-to-end ML system to classify emails as Spam or Ham and deploy it with production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Scoping → Data Collection → Preprocessing → Feature Engineering → Model Training → Deployment →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Sources: Easy Ham, Easy Ham 2, Spam, Spam 2</a:t>
            </a:r>
          </a:p>
          <a:p>
            <a:r>
              <a:t>Binary Classification: Spam vs Ham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TF-IDF Vectorization</a:t>
            </a:r>
          </a:p>
          <a:p>
            <a:r>
              <a:t>URL Count</a:t>
            </a:r>
          </a:p>
          <a:p>
            <a:r>
              <a:t>HTML Tag Count</a:t>
            </a:r>
          </a:p>
          <a:p>
            <a:r>
              <a:t>Uppercase Ratio</a:t>
            </a:r>
          </a:p>
          <a:p>
            <a:r>
              <a:t>Spam Keywords</a:t>
            </a:r>
          </a:p>
          <a:p>
            <a:r>
              <a:t>Special Characters</a:t>
            </a:r>
          </a:p>
          <a:p>
            <a:r>
              <a:t>Exclamation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Evaluated: Logistic Regression, Naive Bayes, Decision Tree, Random Forest, XGBoost</a:t>
            </a:r>
          </a:p>
          <a:p>
            <a:r>
              <a:t>Selected Model: XGBoost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(Streamlit) → FastAPI Backend → ML Pipeline → Supabase</a:t>
            </a:r>
          </a:p>
          <a:p>
            <a:r>
              <a:t>Monitoring: Prometheus + Grafana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Streamlit Cloud</a:t>
            </a:r>
          </a:p>
          <a:p>
            <a:r>
              <a:t>Backend: Railway</a:t>
            </a:r>
          </a:p>
          <a:p>
            <a:r>
              <a:t>Database: Supabase</a:t>
            </a:r>
          </a:p>
          <a:p>
            <a:r>
              <a:t>Monitoring: Grafana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Track: Total Emails, Spam Predictions, Errors, CPU Usage, Memory Usage, Prediction Latency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Pytest Automated Tests</a:t>
            </a:r>
          </a:p>
          <a:p>
            <a:r>
              <a:t>Application Logging</a:t>
            </a:r>
          </a:p>
          <a:p>
            <a:r>
              <a:t>Production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</a:t>
            </a:r>
          </a:p>
          <a:p>
            <a:r>
              <a:t>https://email-threat-intelligence-platform-ai.streamlit.app/</a:t>
            </a:r>
          </a:p>
          <a:p/>
          <a:p>
            <a:r>
              <a:t>Backend:</a:t>
            </a:r>
          </a:p>
          <a:p>
            <a:r>
              <a:t>https://email-threat-intelligence-platform-production.up.railway.app/</a:t>
            </a:r>
          </a:p>
          <a:p/>
          <a:p>
            <a:r>
              <a:t>GitHub:</a:t>
            </a:r>
          </a:p>
          <a:p>
            <a:r>
              <a:t>https://github.com/prasanna-vaddeman/email-threat-intelligence-platform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full ML lifecycle project with deployment, monitoring, testing, logging, documentation, and architecture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